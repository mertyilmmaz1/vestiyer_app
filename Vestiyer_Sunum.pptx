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801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spc="1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VESTIYER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834640"/>
            <a:ext cx="2743200" cy="1097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9718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2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Destekli Kişisel Gardrop Asistanı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46863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·  Firebase  ·  OpenAI GPT-4o  ·  RevenueCat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ÖZETI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9144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Yığın Mobil Uygulama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ile geliştirilmiş yapay zeka destekli kişisel gardrop asistanı. Kullanıcılar kıyafetlerini fotoğraflayarak dijital gardroplarını yönetir, GPT-4o Vision ile otomatik analiz yaptırır ve kişiselleştirilmiş kombin önerileri alır.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090672"/>
            <a:ext cx="4754880" cy="9144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186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84832" y="32186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84832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Chat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12464" y="321868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Android · Web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12464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Desteği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713232"/>
            <a:ext cx="9144" cy="4046220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96012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61888" y="94183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Kıyafet fotoğraflama &amp; Firebase Storage yükleme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577840" y="1417320"/>
            <a:ext cx="3337560" cy="9144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901952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61888" y="18836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Vision ile otomatik kıyafet analizi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577840" y="2359152"/>
            <a:ext cx="3337560" cy="9144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843784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961888" y="28254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RevenueCat premium abonelik &amp; paywall akışı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577840" y="3300984"/>
            <a:ext cx="3337560" cy="9144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785616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961888" y="37673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anahtarları yalnızca Cloud Functions'ta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ÖZELLIKLER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9144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Kullanıcıya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Sunulan Değer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46120" y="822960"/>
            <a:ext cx="19019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47288" y="1024128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Gardrop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47288" y="1719072"/>
            <a:ext cx="1499616" cy="10973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7288" y="1810512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Fotoğrafla ekle, kategorize et, hızlı filtrele. Hive cache ile anında yerel erişim.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30368" y="822960"/>
            <a:ext cx="1901952" cy="1828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31536" y="1024128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Kıyafet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Analizi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31536" y="1719072"/>
            <a:ext cx="1499616" cy="10973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31536" y="1810512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Vision: kategori, renk (k-means), kumaş, mevsim, tarz — tam otomatik.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14616" y="822960"/>
            <a:ext cx="19019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15784" y="1024128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Önerileri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15784" y="1719072"/>
            <a:ext cx="1499616" cy="10973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15784" y="1810512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Dolaptaki parçalardan kişisel kombinler; iş, gündelik, akşam occasion bazlı.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2761488"/>
            <a:ext cx="19019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2962656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Vestiyer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Asistanı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447288" y="3657600"/>
            <a:ext cx="1499616" cy="10973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47288" y="374904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GPT-4o-mini ile gerçek zamanlı stil danışmanı sohbeti.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230368" y="2761488"/>
            <a:ext cx="1901952" cy="1828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2962656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Gardrop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Analizi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31536" y="3657600"/>
            <a:ext cx="1499616" cy="10973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374904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Dolap özeti, eksik parça önerileri, giyim geçmişi (OutfitLog) takibi.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214616" y="2761488"/>
            <a:ext cx="19019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15784" y="2962656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Abonelik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415784" y="3657600"/>
            <a:ext cx="1499616" cy="10973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15784" y="3749040"/>
            <a:ext cx="1499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RevenueCat entegrasyonu: paywall, sınırsız AI kullanım, platform native ödeme.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YIĞINI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9144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651760" y="8229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TEKNOLOJİ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91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8229600" cy="566928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3502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77824" y="1298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78608" y="1280160"/>
            <a:ext cx="9144" cy="384048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24912" y="129844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(Dart 3.2+)  ·  Provider State Management  ·  Material / Cupertino UI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93852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77824" y="190195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Veri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578608" y="1883664"/>
            <a:ext cx="9144" cy="384048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24912" y="190195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(E-posta, Google, Apple)  ·  Firestore  ·  Storage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395728"/>
            <a:ext cx="8229600" cy="566928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542032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7824" y="250545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2578608" y="2487168"/>
            <a:ext cx="9144" cy="384048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724912" y="250545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Functions (Node.js)  ·  Callable Functions  ·  OpenAI API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14553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7824" y="310896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2578608" y="3090672"/>
            <a:ext cx="9144" cy="384048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2724912" y="310896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Vision  ·  GPT-4o-mini Chat  ·  Yalnızca sunucu taraflı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3602736"/>
            <a:ext cx="8229600" cy="566928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74904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77824" y="371246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Abonelik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2578608" y="3694176"/>
            <a:ext cx="9144" cy="384048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2724912" y="371246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RevenueCat  ·  Platform-specific init  ·  Stub/Web desteği</a:t>
            </a:r>
            <a:endParaRPr lang="en-US" sz="11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4352544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77824" y="43159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&amp; Test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2578608" y="4297680"/>
            <a:ext cx="9144" cy="384048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2724912" y="431596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read-through cache  ·  Mock backend  ·  FirestoreServiceBase soyutlaması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457200" y="4828032"/>
            <a:ext cx="8229600" cy="91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MİMARİSİ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10973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 &amp; Sunucu Taraflı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Entegrasyonu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CLIENT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2267712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22860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 çek &amp; sıkıştır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28529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Storage'a yükle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01568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01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4672" y="34198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 çağır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68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39867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Firestore'dan sonucu oku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46120" y="713232"/>
            <a:ext cx="10973" cy="42291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37744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907792" y="2834640"/>
            <a:ext cx="694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</a:t>
            </a:r>
            <a:endParaRPr lang="en-US" sz="700" dirty="0"/>
          </a:p>
          <a:p>
            <a:pPr algn="ctr" indent="0" marL="0">
              <a:buNone/>
            </a:pPr>
            <a:r>
              <a:rPr lang="en-US" sz="700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GİZLİ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93008" y="196596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FUNCTIONS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493008" y="2267712"/>
            <a:ext cx="5303520" cy="53035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3134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analyzeClothing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2542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 → k-means renk → GPT-4o Vision (2 aşama) → Firestore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93008" y="2916936"/>
            <a:ext cx="5303520" cy="53035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296265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generateCombinations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0" y="319125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Envanter tarama → şablon → puanlama → GPT-4o-mini seçim + açıklama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93008" y="3566160"/>
            <a:ext cx="5303520" cy="53035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36118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getStyleAdvice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0" y="38404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Sohbet geçmişi + gardrop özeti → GPT-4o-mini stil danışmanı (premium)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93008" y="4215384"/>
            <a:ext cx="5303520" cy="530352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426110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managePremiumStatus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448970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Sunucu taraflı abonelik yönetimi ve Firestore sync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 &amp; VERI AKIŞI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9144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Katmanlı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Mimari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633472" y="914400"/>
            <a:ext cx="61722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70048" y="9692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90672" y="1060704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Screens  ·  Vestiyer UI Bileşenleri  ·  cached_network_image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33472" y="1755648"/>
            <a:ext cx="61722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0048" y="1810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90672" y="1901952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 ·  WardrobeProvider  ·  SubscriptionProvider  ·  Firebase Auth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33472" y="2596896"/>
            <a:ext cx="617220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797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90672" y="2743200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FirestoreServiceBase → CachedFirestoreService (Hive) / MockFirestoreService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33472" y="3438144"/>
            <a:ext cx="6172200" cy="6949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70048" y="34930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6210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90672" y="3584448"/>
            <a:ext cx="5532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 ·  Firestore  ·  Storage  ·  Cloud Functions + OpenAI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9144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3525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4599432"/>
            <a:ext cx="20116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268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users/{uid}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06040" y="4599432"/>
            <a:ext cx="20116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46268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clothing/{id}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4599432"/>
            <a:ext cx="20116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46268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combinations/{id}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03720" y="4599432"/>
            <a:ext cx="20116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46268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outfit_logs/{id}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&amp; İYI PRATIKLER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914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977640" cy="1828800"/>
          </a:xfrm>
          <a:prstGeom prst="rect">
            <a:avLst/>
          </a:prstGeom>
          <a:solidFill>
            <a:srgbClr val="F5F2EE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97764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972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7899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Güvenliği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" y="1481328"/>
            <a:ext cx="3575304" cy="9144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1600200"/>
            <a:ext cx="3575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anahtarı yalnızca Cloud Functions ortam değişkenlerinde. Client'ta sıfır gizli bilgi. Google Cloud Secret Manager entegrasyonu.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44568" y="914400"/>
            <a:ext cx="3977640" cy="1828800"/>
          </a:xfrm>
          <a:prstGeom prst="rect">
            <a:avLst/>
          </a:prstGeom>
          <a:solidFill>
            <a:srgbClr val="F5F2EE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44568" y="914400"/>
            <a:ext cx="397764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10972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38928" y="1078992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Kuralları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745736" y="1481328"/>
            <a:ext cx="3575304" cy="9144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45736" y="1600200"/>
            <a:ext cx="3575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request.auth.uid bazlı erişim kontrolü. Her kullanıcı yalnızca kendi alt koleksiyonlarını okuyup yazabilir.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2871216"/>
            <a:ext cx="3977640" cy="1828800"/>
          </a:xfrm>
          <a:prstGeom prst="rect">
            <a:avLst/>
          </a:prstGeom>
          <a:solidFill>
            <a:srgbClr val="F5F2EE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2871216"/>
            <a:ext cx="397764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5409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3035808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Backend &amp; Test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58368" y="3438144"/>
            <a:ext cx="3575304" cy="9144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58368" y="3557016"/>
            <a:ext cx="3575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kUseMockBackend flag'i: Firebase olmadan tam uygulama testi. MockFirestoreService, MockAuth, MockCloudFunctions.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44568" y="2871216"/>
            <a:ext cx="3977640" cy="1828800"/>
          </a:xfrm>
          <a:prstGeom prst="rect">
            <a:avLst/>
          </a:prstGeom>
          <a:solidFill>
            <a:srgbClr val="F5F2EE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44568" y="2871216"/>
            <a:ext cx="3977640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3054096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38928" y="3035808"/>
            <a:ext cx="3227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 Read-Through Cache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745736" y="3438144"/>
            <a:ext cx="3575304" cy="9144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745736" y="3557016"/>
            <a:ext cx="3575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Okuma: Hive → miss → Firestore → cache'e yaz. Yazma: delegate → cache invalidate. Stream'ler pass-through.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AKIŞI &amp; NAVIGASYON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9144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6364" y="914400"/>
            <a:ext cx="1417320" cy="1051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6364" y="10789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9516" y="146304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Firebase, RevenueCat, Hive init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43684" y="1429207"/>
            <a:ext cx="201168" cy="2194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80260" y="12938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44852" y="914400"/>
            <a:ext cx="1417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4852" y="10789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18004" y="146304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açılış tanıtımı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62172" y="1429207"/>
            <a:ext cx="201168" cy="2194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8748" y="12938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63340" y="914400"/>
            <a:ext cx="1417320" cy="1051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3340" y="10789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6492" y="146304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· Google · Apple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80660" y="1429207"/>
            <a:ext cx="201168" cy="2194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17236" y="12938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›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1828" y="914400"/>
            <a:ext cx="1417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1828" y="10789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Ekran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54980" y="146304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bar navigasyon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99148" y="1429207"/>
            <a:ext cx="201168" cy="21946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5724" y="129387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›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00316" y="914400"/>
            <a:ext cx="1417320" cy="1051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00316" y="10789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3468" y="146304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RevenueCat paywall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212848"/>
            <a:ext cx="8229600" cy="9144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286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TAB EKRANLARI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596896"/>
            <a:ext cx="15727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8803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333756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&amp; hızlı erişim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121408" y="2596896"/>
            <a:ext cx="15727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21408" y="28803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Wardrobe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212848" y="333756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Gardrop listesi &amp; filtre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85616" y="2596896"/>
            <a:ext cx="1572768" cy="2194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85616" y="2596896"/>
            <a:ext cx="1572768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85616" y="28803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77056" y="333756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 çek &amp; analiz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49824" y="2596896"/>
            <a:ext cx="15727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9824" y="28803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Stylist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41264" y="333756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 &amp; asistan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114032" y="2596896"/>
            <a:ext cx="1572768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14032" y="288036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05472" y="3337560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&amp; abonelik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ÜCRETSİZ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657600" cy="10973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24128"/>
            <a:ext cx="256032" cy="25603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0424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Gardrop yönetimi (kıyafet ekleme, listeleme)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256032" cy="25603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013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8196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Sınırlı AI kıyafet analizi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578608"/>
            <a:ext cx="256032" cy="25603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5968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kombin önerileri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355848"/>
            <a:ext cx="256032" cy="25603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55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3741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Giyim geçmişi takibi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0" y="502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PREMİUM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822960"/>
            <a:ext cx="4206240" cy="10973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005840"/>
            <a:ext cx="256032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9472" y="1024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Sınırsız AI kıyafet analizi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0" y="1700784"/>
            <a:ext cx="256032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700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1719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Gelişmiş kombin algoritması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0" y="2395728"/>
            <a:ext cx="256032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9472" y="2414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Vestiyer Asistanı (GPT-4o-mini chat)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0" y="3090672"/>
            <a:ext cx="256032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3090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19472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Gardrop analizi &amp; eksik parça önerileri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0" y="3785616"/>
            <a:ext cx="256032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785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9472" y="3803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kullanım takibi &amp; öncelikli erişim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72000" y="4754880"/>
            <a:ext cx="4206240" cy="9144"/>
          </a:xfrm>
          <a:prstGeom prst="rect">
            <a:avLst/>
          </a:prstGeom>
          <a:solidFill>
            <a:srgbClr val="E8E4DF"/>
          </a:solidFill>
          <a:ln w="12700">
            <a:solidFill>
              <a:srgbClr val="E8E4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484632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RevenueCat  ·  iOS &amp; Android native ödeme  ·  Entitlement yönetimi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601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spc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VESTIYER</a:t>
            </a:r>
            <a:endParaRPr lang="en-US" sz="6400" dirty="0"/>
          </a:p>
        </p:txBody>
      </p:sp>
      <p:sp>
        <p:nvSpPr>
          <p:cNvPr id="3" name="Shape 1"/>
          <p:cNvSpPr/>
          <p:nvPr/>
        </p:nvSpPr>
        <p:spPr>
          <a:xfrm>
            <a:off x="3474720" y="2240280"/>
            <a:ext cx="2194560" cy="10973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3957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·  Firebase  ·  OpenAI GPT-4o  ·  RevenueCat  ·  Hive  ·  Provider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371600" y="29077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mobil, backend ve yapay zeka entegrasyonunu tek üründe bir araya getiren uçtan uca portfolyo projesi.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3703320"/>
            <a:ext cx="2194560" cy="10973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3840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üzerinden iletişime geçebilirsiniz.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0" y="47777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Portfolyo Projesi  ·  2024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Vestiyer — AI Destekli Gardrop Asistanı</dc:title>
  <dc:subject>PptxGenJS Presentation</dc:subject>
  <dc:creator>PptxGenJS</dc:creator>
  <cp:lastModifiedBy>PptxGenJS</cp:lastModifiedBy>
  <cp:revision>1</cp:revision>
  <dcterms:created xsi:type="dcterms:W3CDTF">2026-02-26T23:26:11Z</dcterms:created>
  <dcterms:modified xsi:type="dcterms:W3CDTF">2026-02-26T23:26:11Z</dcterms:modified>
</cp:coreProperties>
</file>